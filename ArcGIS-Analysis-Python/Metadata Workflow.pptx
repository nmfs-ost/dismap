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FC6376-56B4-4A2C-BAF0-055DD6ADE2DE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782060-E244-42E5-B191-DC09C9FA1CF2}">
      <dgm:prSet phldrT="[Text]" phldr="0"/>
      <dgm:spPr/>
      <dgm:t>
        <a:bodyPr/>
        <a:lstStyle/>
        <a:p>
          <a:r>
            <a:rPr lang="en-US" dirty="0"/>
            <a:t>SME</a:t>
          </a:r>
        </a:p>
      </dgm:t>
    </dgm:pt>
    <dgm:pt modelId="{CB882B67-0DA7-404E-9EC3-FF97DD3B5029}" type="parTrans" cxnId="{1CB4DDF0-EC1E-496E-A73B-765803804A5B}">
      <dgm:prSet/>
      <dgm:spPr/>
      <dgm:t>
        <a:bodyPr/>
        <a:lstStyle/>
        <a:p>
          <a:endParaRPr lang="en-US"/>
        </a:p>
      </dgm:t>
    </dgm:pt>
    <dgm:pt modelId="{E585D4F1-C1F7-466C-A603-053C73B14B56}" type="sibTrans" cxnId="{1CB4DDF0-EC1E-496E-A73B-765803804A5B}">
      <dgm:prSet/>
      <dgm:spPr/>
      <dgm:t>
        <a:bodyPr/>
        <a:lstStyle/>
        <a:p>
          <a:endParaRPr lang="en-US"/>
        </a:p>
      </dgm:t>
    </dgm:pt>
    <dgm:pt modelId="{3E5934A4-EF5E-4EC5-A864-B3A3A73216E8}">
      <dgm:prSet phldrT="[Text]" phldr="0"/>
      <dgm:spPr/>
      <dgm:t>
        <a:bodyPr/>
        <a:lstStyle/>
        <a:p>
          <a:r>
            <a:rPr lang="en-US" dirty="0" err="1"/>
            <a:t>InPort</a:t>
          </a:r>
          <a:r>
            <a:rPr lang="en-US" dirty="0"/>
            <a:t> </a:t>
          </a:r>
          <a:r>
            <a:rPr lang="en-US" dirty="0" err="1"/>
            <a:t>Librian</a:t>
          </a:r>
          <a:endParaRPr lang="en-US" dirty="0"/>
        </a:p>
      </dgm:t>
    </dgm:pt>
    <dgm:pt modelId="{081466F2-740C-493A-A4EB-42CDA66E7A40}" type="parTrans" cxnId="{1A8BD6FA-0277-4165-9991-E508E3FD23E7}">
      <dgm:prSet/>
      <dgm:spPr/>
      <dgm:t>
        <a:bodyPr/>
        <a:lstStyle/>
        <a:p>
          <a:endParaRPr lang="en-US"/>
        </a:p>
      </dgm:t>
    </dgm:pt>
    <dgm:pt modelId="{A46C8C82-DF9D-46E1-B03B-7EFD049A1F69}" type="sibTrans" cxnId="{1A8BD6FA-0277-4165-9991-E508E3FD23E7}">
      <dgm:prSet/>
      <dgm:spPr/>
      <dgm:t>
        <a:bodyPr/>
        <a:lstStyle/>
        <a:p>
          <a:endParaRPr lang="en-US"/>
        </a:p>
      </dgm:t>
    </dgm:pt>
    <dgm:pt modelId="{604507B9-9390-48B3-87BA-F75CC8765C3E}">
      <dgm:prSet phldrT="[Text]" phldr="1"/>
      <dgm:spPr/>
      <dgm:t>
        <a:bodyPr/>
        <a:lstStyle/>
        <a:p>
          <a:endParaRPr lang="en-US"/>
        </a:p>
      </dgm:t>
    </dgm:pt>
    <dgm:pt modelId="{925F6F0A-075F-4CD9-AA8D-CFEC1BC12CC0}" type="parTrans" cxnId="{1DDA44D6-A301-4643-8C9D-3949B2B186C0}">
      <dgm:prSet/>
      <dgm:spPr/>
      <dgm:t>
        <a:bodyPr/>
        <a:lstStyle/>
        <a:p>
          <a:endParaRPr lang="en-US"/>
        </a:p>
      </dgm:t>
    </dgm:pt>
    <dgm:pt modelId="{DEFF72B4-A6EE-4DF7-9216-C2A5D7869B07}" type="sibTrans" cxnId="{1DDA44D6-A301-4643-8C9D-3949B2B186C0}">
      <dgm:prSet/>
      <dgm:spPr/>
      <dgm:t>
        <a:bodyPr/>
        <a:lstStyle/>
        <a:p>
          <a:endParaRPr lang="en-US"/>
        </a:p>
      </dgm:t>
    </dgm:pt>
    <dgm:pt modelId="{FF343E04-5445-4EEA-9EC2-5CEE07743F1E}">
      <dgm:prSet phldrT="[Text]" phldr="1"/>
      <dgm:spPr/>
      <dgm:t>
        <a:bodyPr/>
        <a:lstStyle/>
        <a:p>
          <a:endParaRPr lang="en-US"/>
        </a:p>
      </dgm:t>
    </dgm:pt>
    <dgm:pt modelId="{2870DE7C-6814-49B9-8DDA-B4BBB0703DB7}" type="parTrans" cxnId="{E3FA8A3E-3FD4-42F7-A49A-6FEFC8E6269F}">
      <dgm:prSet/>
      <dgm:spPr/>
      <dgm:t>
        <a:bodyPr/>
        <a:lstStyle/>
        <a:p>
          <a:endParaRPr lang="en-US"/>
        </a:p>
      </dgm:t>
    </dgm:pt>
    <dgm:pt modelId="{298AB37E-1A3C-486F-86B5-71F7B98B98C8}" type="sibTrans" cxnId="{E3FA8A3E-3FD4-42F7-A49A-6FEFC8E6269F}">
      <dgm:prSet/>
      <dgm:spPr/>
      <dgm:t>
        <a:bodyPr/>
        <a:lstStyle/>
        <a:p>
          <a:endParaRPr lang="en-US"/>
        </a:p>
      </dgm:t>
    </dgm:pt>
    <dgm:pt modelId="{465E166D-BBCB-4550-B215-21C7069040A3}">
      <dgm:prSet phldrT="[Text]" phldr="1"/>
      <dgm:spPr/>
      <dgm:t>
        <a:bodyPr/>
        <a:lstStyle/>
        <a:p>
          <a:endParaRPr lang="en-US"/>
        </a:p>
      </dgm:t>
    </dgm:pt>
    <dgm:pt modelId="{EA064CE9-E2D8-4D3A-B67F-FBAFB5606244}" type="parTrans" cxnId="{74A64BFA-B42E-4ED4-A220-C748BE58FC82}">
      <dgm:prSet/>
      <dgm:spPr/>
      <dgm:t>
        <a:bodyPr/>
        <a:lstStyle/>
        <a:p>
          <a:endParaRPr lang="en-US"/>
        </a:p>
      </dgm:t>
    </dgm:pt>
    <dgm:pt modelId="{1021EC34-1B4A-4A59-B7D6-31233A689A47}" type="sibTrans" cxnId="{74A64BFA-B42E-4ED4-A220-C748BE58FC82}">
      <dgm:prSet/>
      <dgm:spPr/>
      <dgm:t>
        <a:bodyPr/>
        <a:lstStyle/>
        <a:p>
          <a:endParaRPr lang="en-US"/>
        </a:p>
      </dgm:t>
    </dgm:pt>
    <dgm:pt modelId="{DB034CE4-E5AB-4E4E-B4A2-F95F14BAB350}">
      <dgm:prSet phldrT="[Text]" phldr="0"/>
      <dgm:spPr/>
      <dgm:t>
        <a:bodyPr/>
        <a:lstStyle/>
        <a:p>
          <a:endParaRPr lang="en-US" dirty="0"/>
        </a:p>
      </dgm:t>
    </dgm:pt>
    <dgm:pt modelId="{F1D2DEB1-4820-42A0-B20E-505BDB6E89FF}" type="parTrans" cxnId="{02063EDF-F5E9-4D5F-833F-BC3F028727CC}">
      <dgm:prSet/>
      <dgm:spPr/>
    </dgm:pt>
    <dgm:pt modelId="{93F5F941-930B-4DB2-B0FA-3B4EDC444A10}" type="sibTrans" cxnId="{02063EDF-F5E9-4D5F-833F-BC3F028727CC}">
      <dgm:prSet/>
      <dgm:spPr/>
    </dgm:pt>
    <dgm:pt modelId="{F43BD2F9-7487-4E96-B936-3E33AFD6FC88}" type="pres">
      <dgm:prSet presAssocID="{D7FC6376-56B4-4A2C-BAF0-055DD6ADE2DE}" presName="cycle" presStyleCnt="0">
        <dgm:presLayoutVars>
          <dgm:dir/>
          <dgm:resizeHandles val="exact"/>
        </dgm:presLayoutVars>
      </dgm:prSet>
      <dgm:spPr/>
    </dgm:pt>
    <dgm:pt modelId="{6A71D716-3E4C-4A07-BCED-658B2D52EC7D}" type="pres">
      <dgm:prSet presAssocID="{0B782060-E244-42E5-B191-DC09C9FA1CF2}" presName="dummy" presStyleCnt="0"/>
      <dgm:spPr/>
    </dgm:pt>
    <dgm:pt modelId="{2A67E661-102A-4EC2-910D-B8B95E4FA554}" type="pres">
      <dgm:prSet presAssocID="{0B782060-E244-42E5-B191-DC09C9FA1CF2}" presName="node" presStyleLbl="revTx" presStyleIdx="0" presStyleCnt="6">
        <dgm:presLayoutVars>
          <dgm:bulletEnabled val="1"/>
        </dgm:presLayoutVars>
      </dgm:prSet>
      <dgm:spPr/>
    </dgm:pt>
    <dgm:pt modelId="{F632634D-6331-4017-AFAE-75E189D4E166}" type="pres">
      <dgm:prSet presAssocID="{E585D4F1-C1F7-466C-A603-053C73B14B56}" presName="sibTrans" presStyleLbl="node1" presStyleIdx="0" presStyleCnt="6"/>
      <dgm:spPr/>
    </dgm:pt>
    <dgm:pt modelId="{B02EB066-973F-4D71-B031-47ACF9B593DA}" type="pres">
      <dgm:prSet presAssocID="{3E5934A4-EF5E-4EC5-A864-B3A3A73216E8}" presName="dummy" presStyleCnt="0"/>
      <dgm:spPr/>
    </dgm:pt>
    <dgm:pt modelId="{550E10AE-5B96-4650-8DE0-932F52E54525}" type="pres">
      <dgm:prSet presAssocID="{3E5934A4-EF5E-4EC5-A864-B3A3A73216E8}" presName="node" presStyleLbl="revTx" presStyleIdx="1" presStyleCnt="6">
        <dgm:presLayoutVars>
          <dgm:bulletEnabled val="1"/>
        </dgm:presLayoutVars>
      </dgm:prSet>
      <dgm:spPr/>
    </dgm:pt>
    <dgm:pt modelId="{25DA50B3-A9F5-4D3A-AE3E-303DF5B9F4CC}" type="pres">
      <dgm:prSet presAssocID="{A46C8C82-DF9D-46E1-B03B-7EFD049A1F69}" presName="sibTrans" presStyleLbl="node1" presStyleIdx="1" presStyleCnt="6"/>
      <dgm:spPr/>
    </dgm:pt>
    <dgm:pt modelId="{77B74B94-E092-46EC-B4C5-AA44918B5204}" type="pres">
      <dgm:prSet presAssocID="{DB034CE4-E5AB-4E4E-B4A2-F95F14BAB350}" presName="dummy" presStyleCnt="0"/>
      <dgm:spPr/>
    </dgm:pt>
    <dgm:pt modelId="{C87F0191-A5A6-4DA0-8624-F7562870BC03}" type="pres">
      <dgm:prSet presAssocID="{DB034CE4-E5AB-4E4E-B4A2-F95F14BAB350}" presName="node" presStyleLbl="revTx" presStyleIdx="2" presStyleCnt="6">
        <dgm:presLayoutVars>
          <dgm:bulletEnabled val="1"/>
        </dgm:presLayoutVars>
      </dgm:prSet>
      <dgm:spPr/>
    </dgm:pt>
    <dgm:pt modelId="{D89D62CA-ACAB-4B21-ACFE-F32F2F158F57}" type="pres">
      <dgm:prSet presAssocID="{93F5F941-930B-4DB2-B0FA-3B4EDC444A10}" presName="sibTrans" presStyleLbl="node1" presStyleIdx="2" presStyleCnt="6"/>
      <dgm:spPr/>
    </dgm:pt>
    <dgm:pt modelId="{445B20C9-E692-435F-B783-B6AD66B7D93D}" type="pres">
      <dgm:prSet presAssocID="{604507B9-9390-48B3-87BA-F75CC8765C3E}" presName="dummy" presStyleCnt="0"/>
      <dgm:spPr/>
    </dgm:pt>
    <dgm:pt modelId="{37DD4570-3D25-4B08-B250-EC95669C7DD1}" type="pres">
      <dgm:prSet presAssocID="{604507B9-9390-48B3-87BA-F75CC8765C3E}" presName="node" presStyleLbl="revTx" presStyleIdx="3" presStyleCnt="6">
        <dgm:presLayoutVars>
          <dgm:bulletEnabled val="1"/>
        </dgm:presLayoutVars>
      </dgm:prSet>
      <dgm:spPr/>
    </dgm:pt>
    <dgm:pt modelId="{9CB5AD1C-775A-4F17-90CC-0F0B02EC3A41}" type="pres">
      <dgm:prSet presAssocID="{DEFF72B4-A6EE-4DF7-9216-C2A5D7869B07}" presName="sibTrans" presStyleLbl="node1" presStyleIdx="3" presStyleCnt="6"/>
      <dgm:spPr/>
    </dgm:pt>
    <dgm:pt modelId="{3B21A1D4-DFEF-44AF-9265-16D56253C12A}" type="pres">
      <dgm:prSet presAssocID="{FF343E04-5445-4EEA-9EC2-5CEE07743F1E}" presName="dummy" presStyleCnt="0"/>
      <dgm:spPr/>
    </dgm:pt>
    <dgm:pt modelId="{6230AC3F-4659-481C-B5C5-D8B54F562A88}" type="pres">
      <dgm:prSet presAssocID="{FF343E04-5445-4EEA-9EC2-5CEE07743F1E}" presName="node" presStyleLbl="revTx" presStyleIdx="4" presStyleCnt="6">
        <dgm:presLayoutVars>
          <dgm:bulletEnabled val="1"/>
        </dgm:presLayoutVars>
      </dgm:prSet>
      <dgm:spPr/>
    </dgm:pt>
    <dgm:pt modelId="{582B6B13-C439-421F-B21B-C5D0EBA49154}" type="pres">
      <dgm:prSet presAssocID="{298AB37E-1A3C-486F-86B5-71F7B98B98C8}" presName="sibTrans" presStyleLbl="node1" presStyleIdx="4" presStyleCnt="6"/>
      <dgm:spPr/>
    </dgm:pt>
    <dgm:pt modelId="{336064D9-BF9C-4C7F-A0D6-C76FEDE11CA0}" type="pres">
      <dgm:prSet presAssocID="{465E166D-BBCB-4550-B215-21C7069040A3}" presName="dummy" presStyleCnt="0"/>
      <dgm:spPr/>
    </dgm:pt>
    <dgm:pt modelId="{348E5334-ED25-469A-8CD7-AC01239ABEED}" type="pres">
      <dgm:prSet presAssocID="{465E166D-BBCB-4550-B215-21C7069040A3}" presName="node" presStyleLbl="revTx" presStyleIdx="5" presStyleCnt="6">
        <dgm:presLayoutVars>
          <dgm:bulletEnabled val="1"/>
        </dgm:presLayoutVars>
      </dgm:prSet>
      <dgm:spPr/>
    </dgm:pt>
    <dgm:pt modelId="{8BEE3CB2-4EEB-4EDA-916C-43E66477D804}" type="pres">
      <dgm:prSet presAssocID="{1021EC34-1B4A-4A59-B7D6-31233A689A47}" presName="sibTrans" presStyleLbl="node1" presStyleIdx="5" presStyleCnt="6"/>
      <dgm:spPr/>
    </dgm:pt>
  </dgm:ptLst>
  <dgm:cxnLst>
    <dgm:cxn modelId="{B0FE3103-9209-43A1-85ED-22A736550C17}" type="presOf" srcId="{298AB37E-1A3C-486F-86B5-71F7B98B98C8}" destId="{582B6B13-C439-421F-B21B-C5D0EBA49154}" srcOrd="0" destOrd="0" presId="urn:microsoft.com/office/officeart/2005/8/layout/cycle1"/>
    <dgm:cxn modelId="{7C339F0E-D512-4703-BB60-34B23692803A}" type="presOf" srcId="{DEFF72B4-A6EE-4DF7-9216-C2A5D7869B07}" destId="{9CB5AD1C-775A-4F17-90CC-0F0B02EC3A41}" srcOrd="0" destOrd="0" presId="urn:microsoft.com/office/officeart/2005/8/layout/cycle1"/>
    <dgm:cxn modelId="{A2D67E13-120F-46C4-9DEA-69868B6DC713}" type="presOf" srcId="{1021EC34-1B4A-4A59-B7D6-31233A689A47}" destId="{8BEE3CB2-4EEB-4EDA-916C-43E66477D804}" srcOrd="0" destOrd="0" presId="urn:microsoft.com/office/officeart/2005/8/layout/cycle1"/>
    <dgm:cxn modelId="{A06EE21E-CC97-40BF-8FA4-90E19B991333}" type="presOf" srcId="{FF343E04-5445-4EEA-9EC2-5CEE07743F1E}" destId="{6230AC3F-4659-481C-B5C5-D8B54F562A88}" srcOrd="0" destOrd="0" presId="urn:microsoft.com/office/officeart/2005/8/layout/cycle1"/>
    <dgm:cxn modelId="{B279F520-3304-46EF-9F7B-7032492E6C75}" type="presOf" srcId="{3E5934A4-EF5E-4EC5-A864-B3A3A73216E8}" destId="{550E10AE-5B96-4650-8DE0-932F52E54525}" srcOrd="0" destOrd="0" presId="urn:microsoft.com/office/officeart/2005/8/layout/cycle1"/>
    <dgm:cxn modelId="{6E6A0138-AC72-4C6D-99DE-B76716B311D1}" type="presOf" srcId="{93F5F941-930B-4DB2-B0FA-3B4EDC444A10}" destId="{D89D62CA-ACAB-4B21-ACFE-F32F2F158F57}" srcOrd="0" destOrd="0" presId="urn:microsoft.com/office/officeart/2005/8/layout/cycle1"/>
    <dgm:cxn modelId="{E3FA8A3E-3FD4-42F7-A49A-6FEFC8E6269F}" srcId="{D7FC6376-56B4-4A2C-BAF0-055DD6ADE2DE}" destId="{FF343E04-5445-4EEA-9EC2-5CEE07743F1E}" srcOrd="4" destOrd="0" parTransId="{2870DE7C-6814-49B9-8DDA-B4BBB0703DB7}" sibTransId="{298AB37E-1A3C-486F-86B5-71F7B98B98C8}"/>
    <dgm:cxn modelId="{B48CFE44-28A5-4BDC-A681-960104BEEEBF}" type="presOf" srcId="{E585D4F1-C1F7-466C-A603-053C73B14B56}" destId="{F632634D-6331-4017-AFAE-75E189D4E166}" srcOrd="0" destOrd="0" presId="urn:microsoft.com/office/officeart/2005/8/layout/cycle1"/>
    <dgm:cxn modelId="{D1B9714E-3F59-4C4E-B901-250761EFC7FC}" type="presOf" srcId="{DB034CE4-E5AB-4E4E-B4A2-F95F14BAB350}" destId="{C87F0191-A5A6-4DA0-8624-F7562870BC03}" srcOrd="0" destOrd="0" presId="urn:microsoft.com/office/officeart/2005/8/layout/cycle1"/>
    <dgm:cxn modelId="{88B5B276-8FCB-42D5-9259-98356CA9B96C}" type="presOf" srcId="{A46C8C82-DF9D-46E1-B03B-7EFD049A1F69}" destId="{25DA50B3-A9F5-4D3A-AE3E-303DF5B9F4CC}" srcOrd="0" destOrd="0" presId="urn:microsoft.com/office/officeart/2005/8/layout/cycle1"/>
    <dgm:cxn modelId="{193A3A58-049B-4717-9605-D5005E65FAE2}" type="presOf" srcId="{465E166D-BBCB-4550-B215-21C7069040A3}" destId="{348E5334-ED25-469A-8CD7-AC01239ABEED}" srcOrd="0" destOrd="0" presId="urn:microsoft.com/office/officeart/2005/8/layout/cycle1"/>
    <dgm:cxn modelId="{2C63638A-D393-4C57-AC34-063A85982318}" type="presOf" srcId="{0B782060-E244-42E5-B191-DC09C9FA1CF2}" destId="{2A67E661-102A-4EC2-910D-B8B95E4FA554}" srcOrd="0" destOrd="0" presId="urn:microsoft.com/office/officeart/2005/8/layout/cycle1"/>
    <dgm:cxn modelId="{F7DF90B7-7C17-4FFE-9CBB-EAA153819B98}" type="presOf" srcId="{D7FC6376-56B4-4A2C-BAF0-055DD6ADE2DE}" destId="{F43BD2F9-7487-4E96-B936-3E33AFD6FC88}" srcOrd="0" destOrd="0" presId="urn:microsoft.com/office/officeart/2005/8/layout/cycle1"/>
    <dgm:cxn modelId="{1DDA44D6-A301-4643-8C9D-3949B2B186C0}" srcId="{D7FC6376-56B4-4A2C-BAF0-055DD6ADE2DE}" destId="{604507B9-9390-48B3-87BA-F75CC8765C3E}" srcOrd="3" destOrd="0" parTransId="{925F6F0A-075F-4CD9-AA8D-CFEC1BC12CC0}" sibTransId="{DEFF72B4-A6EE-4DF7-9216-C2A5D7869B07}"/>
    <dgm:cxn modelId="{02063EDF-F5E9-4D5F-833F-BC3F028727CC}" srcId="{D7FC6376-56B4-4A2C-BAF0-055DD6ADE2DE}" destId="{DB034CE4-E5AB-4E4E-B4A2-F95F14BAB350}" srcOrd="2" destOrd="0" parTransId="{F1D2DEB1-4820-42A0-B20E-505BDB6E89FF}" sibTransId="{93F5F941-930B-4DB2-B0FA-3B4EDC444A10}"/>
    <dgm:cxn modelId="{1CB4DDF0-EC1E-496E-A73B-765803804A5B}" srcId="{D7FC6376-56B4-4A2C-BAF0-055DD6ADE2DE}" destId="{0B782060-E244-42E5-B191-DC09C9FA1CF2}" srcOrd="0" destOrd="0" parTransId="{CB882B67-0DA7-404E-9EC3-FF97DD3B5029}" sibTransId="{E585D4F1-C1F7-466C-A603-053C73B14B56}"/>
    <dgm:cxn modelId="{780B3BF3-5AED-48D2-A7F4-1AC801E18ADF}" type="presOf" srcId="{604507B9-9390-48B3-87BA-F75CC8765C3E}" destId="{37DD4570-3D25-4B08-B250-EC95669C7DD1}" srcOrd="0" destOrd="0" presId="urn:microsoft.com/office/officeart/2005/8/layout/cycle1"/>
    <dgm:cxn modelId="{74A64BFA-B42E-4ED4-A220-C748BE58FC82}" srcId="{D7FC6376-56B4-4A2C-BAF0-055DD6ADE2DE}" destId="{465E166D-BBCB-4550-B215-21C7069040A3}" srcOrd="5" destOrd="0" parTransId="{EA064CE9-E2D8-4D3A-B67F-FBAFB5606244}" sibTransId="{1021EC34-1B4A-4A59-B7D6-31233A689A47}"/>
    <dgm:cxn modelId="{1A8BD6FA-0277-4165-9991-E508E3FD23E7}" srcId="{D7FC6376-56B4-4A2C-BAF0-055DD6ADE2DE}" destId="{3E5934A4-EF5E-4EC5-A864-B3A3A73216E8}" srcOrd="1" destOrd="0" parTransId="{081466F2-740C-493A-A4EB-42CDA66E7A40}" sibTransId="{A46C8C82-DF9D-46E1-B03B-7EFD049A1F69}"/>
    <dgm:cxn modelId="{0AFF2E1A-E694-4746-BE59-51DEC33568F2}" type="presParOf" srcId="{F43BD2F9-7487-4E96-B936-3E33AFD6FC88}" destId="{6A71D716-3E4C-4A07-BCED-658B2D52EC7D}" srcOrd="0" destOrd="0" presId="urn:microsoft.com/office/officeart/2005/8/layout/cycle1"/>
    <dgm:cxn modelId="{34C87457-83B4-4C98-A8E6-CD41F42DCB8C}" type="presParOf" srcId="{F43BD2F9-7487-4E96-B936-3E33AFD6FC88}" destId="{2A67E661-102A-4EC2-910D-B8B95E4FA554}" srcOrd="1" destOrd="0" presId="urn:microsoft.com/office/officeart/2005/8/layout/cycle1"/>
    <dgm:cxn modelId="{622BFB27-B051-4DAA-8F22-EB30C5A93A42}" type="presParOf" srcId="{F43BD2F9-7487-4E96-B936-3E33AFD6FC88}" destId="{F632634D-6331-4017-AFAE-75E189D4E166}" srcOrd="2" destOrd="0" presId="urn:microsoft.com/office/officeart/2005/8/layout/cycle1"/>
    <dgm:cxn modelId="{1E2E10BA-048E-4D53-81A7-AD777439BE34}" type="presParOf" srcId="{F43BD2F9-7487-4E96-B936-3E33AFD6FC88}" destId="{B02EB066-973F-4D71-B031-47ACF9B593DA}" srcOrd="3" destOrd="0" presId="urn:microsoft.com/office/officeart/2005/8/layout/cycle1"/>
    <dgm:cxn modelId="{B71B16AF-AA0D-4DEE-A84B-37846C1EE128}" type="presParOf" srcId="{F43BD2F9-7487-4E96-B936-3E33AFD6FC88}" destId="{550E10AE-5B96-4650-8DE0-932F52E54525}" srcOrd="4" destOrd="0" presId="urn:microsoft.com/office/officeart/2005/8/layout/cycle1"/>
    <dgm:cxn modelId="{4C17782C-9581-43F3-94BB-CE1F2DFF5340}" type="presParOf" srcId="{F43BD2F9-7487-4E96-B936-3E33AFD6FC88}" destId="{25DA50B3-A9F5-4D3A-AE3E-303DF5B9F4CC}" srcOrd="5" destOrd="0" presId="urn:microsoft.com/office/officeart/2005/8/layout/cycle1"/>
    <dgm:cxn modelId="{F88676E2-B7C9-4FCE-B321-FD01380A59CB}" type="presParOf" srcId="{F43BD2F9-7487-4E96-B936-3E33AFD6FC88}" destId="{77B74B94-E092-46EC-B4C5-AA44918B5204}" srcOrd="6" destOrd="0" presId="urn:microsoft.com/office/officeart/2005/8/layout/cycle1"/>
    <dgm:cxn modelId="{D22DBAA5-F3C0-431A-878A-919C62803116}" type="presParOf" srcId="{F43BD2F9-7487-4E96-B936-3E33AFD6FC88}" destId="{C87F0191-A5A6-4DA0-8624-F7562870BC03}" srcOrd="7" destOrd="0" presId="urn:microsoft.com/office/officeart/2005/8/layout/cycle1"/>
    <dgm:cxn modelId="{58461FEB-FEBD-4DD9-9C37-5584CA774677}" type="presParOf" srcId="{F43BD2F9-7487-4E96-B936-3E33AFD6FC88}" destId="{D89D62CA-ACAB-4B21-ACFE-F32F2F158F57}" srcOrd="8" destOrd="0" presId="urn:microsoft.com/office/officeart/2005/8/layout/cycle1"/>
    <dgm:cxn modelId="{9CE9E051-A6C9-424C-BEDA-611F009BA92E}" type="presParOf" srcId="{F43BD2F9-7487-4E96-B936-3E33AFD6FC88}" destId="{445B20C9-E692-435F-B783-B6AD66B7D93D}" srcOrd="9" destOrd="0" presId="urn:microsoft.com/office/officeart/2005/8/layout/cycle1"/>
    <dgm:cxn modelId="{CF748349-32AC-444D-B410-E52596E2CB24}" type="presParOf" srcId="{F43BD2F9-7487-4E96-B936-3E33AFD6FC88}" destId="{37DD4570-3D25-4B08-B250-EC95669C7DD1}" srcOrd="10" destOrd="0" presId="urn:microsoft.com/office/officeart/2005/8/layout/cycle1"/>
    <dgm:cxn modelId="{8293638E-3089-415C-AAF2-7EBC34454E77}" type="presParOf" srcId="{F43BD2F9-7487-4E96-B936-3E33AFD6FC88}" destId="{9CB5AD1C-775A-4F17-90CC-0F0B02EC3A41}" srcOrd="11" destOrd="0" presId="urn:microsoft.com/office/officeart/2005/8/layout/cycle1"/>
    <dgm:cxn modelId="{19D309A4-83FC-4C53-AA95-60F995ABD4DE}" type="presParOf" srcId="{F43BD2F9-7487-4E96-B936-3E33AFD6FC88}" destId="{3B21A1D4-DFEF-44AF-9265-16D56253C12A}" srcOrd="12" destOrd="0" presId="urn:microsoft.com/office/officeart/2005/8/layout/cycle1"/>
    <dgm:cxn modelId="{B046D04C-6D75-4DC8-A299-7EB5B665C864}" type="presParOf" srcId="{F43BD2F9-7487-4E96-B936-3E33AFD6FC88}" destId="{6230AC3F-4659-481C-B5C5-D8B54F562A88}" srcOrd="13" destOrd="0" presId="urn:microsoft.com/office/officeart/2005/8/layout/cycle1"/>
    <dgm:cxn modelId="{43F1CAF1-2D9B-4C1F-B970-5A6892F8275F}" type="presParOf" srcId="{F43BD2F9-7487-4E96-B936-3E33AFD6FC88}" destId="{582B6B13-C439-421F-B21B-C5D0EBA49154}" srcOrd="14" destOrd="0" presId="urn:microsoft.com/office/officeart/2005/8/layout/cycle1"/>
    <dgm:cxn modelId="{B5BFC5DB-C166-4A45-9C41-1CC856E70734}" type="presParOf" srcId="{F43BD2F9-7487-4E96-B936-3E33AFD6FC88}" destId="{336064D9-BF9C-4C7F-A0D6-C76FEDE11CA0}" srcOrd="15" destOrd="0" presId="urn:microsoft.com/office/officeart/2005/8/layout/cycle1"/>
    <dgm:cxn modelId="{6A5DE6DF-6F44-426B-A8BA-CCA656218DE5}" type="presParOf" srcId="{F43BD2F9-7487-4E96-B936-3E33AFD6FC88}" destId="{348E5334-ED25-469A-8CD7-AC01239ABEED}" srcOrd="16" destOrd="0" presId="urn:microsoft.com/office/officeart/2005/8/layout/cycle1"/>
    <dgm:cxn modelId="{687D3E15-3D85-4BD5-B9A0-401DB1C8538D}" type="presParOf" srcId="{F43BD2F9-7487-4E96-B936-3E33AFD6FC88}" destId="{8BEE3CB2-4EEB-4EDA-916C-43E66477D804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7E661-102A-4EC2-910D-B8B95E4FA554}">
      <dsp:nvSpPr>
        <dsp:cNvPr id="0" name=""/>
        <dsp:cNvSpPr/>
      </dsp:nvSpPr>
      <dsp:spPr>
        <a:xfrm>
          <a:off x="6959852" y="13583"/>
          <a:ext cx="1404937" cy="1404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SME</a:t>
          </a:r>
        </a:p>
      </dsp:txBody>
      <dsp:txXfrm>
        <a:off x="6959852" y="13583"/>
        <a:ext cx="1404937" cy="1404937"/>
      </dsp:txXfrm>
    </dsp:sp>
    <dsp:sp modelId="{F632634D-6331-4017-AFAE-75E189D4E166}">
      <dsp:nvSpPr>
        <dsp:cNvPr id="0" name=""/>
        <dsp:cNvSpPr/>
      </dsp:nvSpPr>
      <dsp:spPr>
        <a:xfrm>
          <a:off x="2666564" y="-435"/>
          <a:ext cx="6858870" cy="6858870"/>
        </a:xfrm>
        <a:prstGeom prst="circularArrow">
          <a:avLst>
            <a:gd name="adj1" fmla="val 3994"/>
            <a:gd name="adj2" fmla="val 250593"/>
            <a:gd name="adj3" fmla="val 20571909"/>
            <a:gd name="adj4" fmla="val 18984348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E10AE-5B96-4650-8DE0-932F52E54525}">
      <dsp:nvSpPr>
        <dsp:cNvPr id="0" name=""/>
        <dsp:cNvSpPr/>
      </dsp:nvSpPr>
      <dsp:spPr>
        <a:xfrm>
          <a:off x="8526173" y="2726531"/>
          <a:ext cx="1404937" cy="1404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InPort</a:t>
          </a:r>
          <a:r>
            <a:rPr lang="en-US" sz="3500" kern="1200" dirty="0"/>
            <a:t> </a:t>
          </a:r>
          <a:r>
            <a:rPr lang="en-US" sz="3500" kern="1200" dirty="0" err="1"/>
            <a:t>Librian</a:t>
          </a:r>
          <a:endParaRPr lang="en-US" sz="3500" kern="1200" dirty="0"/>
        </a:p>
      </dsp:txBody>
      <dsp:txXfrm>
        <a:off x="8526173" y="2726531"/>
        <a:ext cx="1404937" cy="1404937"/>
      </dsp:txXfrm>
    </dsp:sp>
    <dsp:sp modelId="{25DA50B3-A9F5-4D3A-AE3E-303DF5B9F4CC}">
      <dsp:nvSpPr>
        <dsp:cNvPr id="0" name=""/>
        <dsp:cNvSpPr/>
      </dsp:nvSpPr>
      <dsp:spPr>
        <a:xfrm>
          <a:off x="2666564" y="-435"/>
          <a:ext cx="6858870" cy="6858870"/>
        </a:xfrm>
        <a:prstGeom prst="circularArrow">
          <a:avLst>
            <a:gd name="adj1" fmla="val 3994"/>
            <a:gd name="adj2" fmla="val 250593"/>
            <a:gd name="adj3" fmla="val 2365059"/>
            <a:gd name="adj4" fmla="val 777497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F0191-A5A6-4DA0-8624-F7562870BC03}">
      <dsp:nvSpPr>
        <dsp:cNvPr id="0" name=""/>
        <dsp:cNvSpPr/>
      </dsp:nvSpPr>
      <dsp:spPr>
        <a:xfrm>
          <a:off x="6959852" y="5439479"/>
          <a:ext cx="1404937" cy="1404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 dirty="0"/>
        </a:p>
      </dsp:txBody>
      <dsp:txXfrm>
        <a:off x="6959852" y="5439479"/>
        <a:ext cx="1404937" cy="1404937"/>
      </dsp:txXfrm>
    </dsp:sp>
    <dsp:sp modelId="{D89D62CA-ACAB-4B21-ACFE-F32F2F158F57}">
      <dsp:nvSpPr>
        <dsp:cNvPr id="0" name=""/>
        <dsp:cNvSpPr/>
      </dsp:nvSpPr>
      <dsp:spPr>
        <a:xfrm>
          <a:off x="2666564" y="-435"/>
          <a:ext cx="6858870" cy="6858870"/>
        </a:xfrm>
        <a:prstGeom prst="circularArrow">
          <a:avLst>
            <a:gd name="adj1" fmla="val 3994"/>
            <a:gd name="adj2" fmla="val 250593"/>
            <a:gd name="adj3" fmla="val 6109839"/>
            <a:gd name="adj4" fmla="val 4439567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D4570-3D25-4B08-B250-EC95669C7DD1}">
      <dsp:nvSpPr>
        <dsp:cNvPr id="0" name=""/>
        <dsp:cNvSpPr/>
      </dsp:nvSpPr>
      <dsp:spPr>
        <a:xfrm>
          <a:off x="3827210" y="5439479"/>
          <a:ext cx="1404937" cy="1404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827210" y="5439479"/>
        <a:ext cx="1404937" cy="1404937"/>
      </dsp:txXfrm>
    </dsp:sp>
    <dsp:sp modelId="{9CB5AD1C-775A-4F17-90CC-0F0B02EC3A41}">
      <dsp:nvSpPr>
        <dsp:cNvPr id="0" name=""/>
        <dsp:cNvSpPr/>
      </dsp:nvSpPr>
      <dsp:spPr>
        <a:xfrm>
          <a:off x="2666564" y="-435"/>
          <a:ext cx="6858870" cy="6858870"/>
        </a:xfrm>
        <a:prstGeom prst="circularArrow">
          <a:avLst>
            <a:gd name="adj1" fmla="val 3994"/>
            <a:gd name="adj2" fmla="val 250593"/>
            <a:gd name="adj3" fmla="val 9771909"/>
            <a:gd name="adj4" fmla="val 8184348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0AC3F-4659-481C-B5C5-D8B54F562A88}">
      <dsp:nvSpPr>
        <dsp:cNvPr id="0" name=""/>
        <dsp:cNvSpPr/>
      </dsp:nvSpPr>
      <dsp:spPr>
        <a:xfrm>
          <a:off x="2260888" y="2726531"/>
          <a:ext cx="1404937" cy="1404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2260888" y="2726531"/>
        <a:ext cx="1404937" cy="1404937"/>
      </dsp:txXfrm>
    </dsp:sp>
    <dsp:sp modelId="{582B6B13-C439-421F-B21B-C5D0EBA49154}">
      <dsp:nvSpPr>
        <dsp:cNvPr id="0" name=""/>
        <dsp:cNvSpPr/>
      </dsp:nvSpPr>
      <dsp:spPr>
        <a:xfrm>
          <a:off x="2666564" y="-435"/>
          <a:ext cx="6858870" cy="6858870"/>
        </a:xfrm>
        <a:prstGeom prst="circularArrow">
          <a:avLst>
            <a:gd name="adj1" fmla="val 3994"/>
            <a:gd name="adj2" fmla="val 250593"/>
            <a:gd name="adj3" fmla="val 13165059"/>
            <a:gd name="adj4" fmla="val 11577497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E5334-ED25-469A-8CD7-AC01239ABEED}">
      <dsp:nvSpPr>
        <dsp:cNvPr id="0" name=""/>
        <dsp:cNvSpPr/>
      </dsp:nvSpPr>
      <dsp:spPr>
        <a:xfrm>
          <a:off x="3827210" y="13583"/>
          <a:ext cx="1404937" cy="1404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827210" y="13583"/>
        <a:ext cx="1404937" cy="1404937"/>
      </dsp:txXfrm>
    </dsp:sp>
    <dsp:sp modelId="{8BEE3CB2-4EEB-4EDA-916C-43E66477D804}">
      <dsp:nvSpPr>
        <dsp:cNvPr id="0" name=""/>
        <dsp:cNvSpPr/>
      </dsp:nvSpPr>
      <dsp:spPr>
        <a:xfrm>
          <a:off x="2666564" y="-435"/>
          <a:ext cx="6858870" cy="6858870"/>
        </a:xfrm>
        <a:prstGeom prst="circularArrow">
          <a:avLst>
            <a:gd name="adj1" fmla="val 3994"/>
            <a:gd name="adj2" fmla="val 250593"/>
            <a:gd name="adj3" fmla="val 16909839"/>
            <a:gd name="adj4" fmla="val 15239567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2650-0F41-1FE2-512C-55BCCBB3D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CBFA6-4DAA-EB0D-2FDB-263CB70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8B72D-C1C1-3418-25DD-D439105B3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2535-D3BA-168C-0B64-9AF3F592B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CCBC4-6F12-D2AF-DB06-73CEDB24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6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AC58-3DA5-5CD5-7829-DB140F8E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B9828-97C9-969C-41A4-51D24A338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79307-11D3-EDCE-18DD-BB8975B5F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FBF96-467E-0E64-12FA-983B6EF9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698C3-6CB8-91B1-893D-E066CE83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B285-E3DE-1D34-8AB1-5DE26AB6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AFE68-1F4E-D331-11BE-FB18CB200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C89C7-B923-24BE-12F8-0DCA26506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671CB-60AD-50DF-0086-9F7560971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6CF92-CF42-1E00-8899-213F97E5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4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6494-1421-C517-A1B0-64100F82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366F3-9C28-677D-4950-A2A72AB21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E77EB-4CFB-3007-8ABD-95A86C88B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5ECB2-2BB6-503A-A34B-C27925F7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C7ADD-20DB-84C8-AFB2-9CE47DB92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0456D-B5CF-E5EA-36BA-409939A4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2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7D45-C13F-23FB-E427-3BE65D049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8BB23-0679-C716-CB9E-D98EC5D7E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DF305-2A27-6822-6BAF-244AB2983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419A6-23B8-4C74-1188-4D8E2D77B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C7FAB-9027-CA66-542F-2E6D56715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92FCD2-13D3-35A8-A3C5-5F04B3E1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C6B5C6-DB9C-434F-5185-E0C1E7FA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AD29B-8B43-BD23-9E14-540886E2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73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D7984-1665-CCFD-78CB-E53BCB0B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AE7D3-415C-5075-3E99-D321262A9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3A58F-1390-9E7E-8278-4B4F4AE4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C3021-BBCF-3793-4837-5A9D58E7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9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5E2587-C803-6755-6CF4-2430E290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AE896-D029-94D9-8E64-BA6E9B753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3360B-7FD7-3E41-300E-5E1D55C0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1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6293D-FCA3-EEFA-C373-87ECBEB4B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F51D9-DEFC-115E-45CC-F7647582F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5430D-49D0-22BA-3720-5447D8F32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6906A-0FBE-1EF1-63C8-542431679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F9536-21DC-CB7A-B7F5-884B2488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E190D-FD3B-2961-03E8-A3E145E52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4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6CB90-35ED-763C-019D-8C479D9BB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01CC1B-CBAF-EB98-BDFC-633F23FBE7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17AA2-4993-9F05-1B0A-2BAC10C55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7BB05-DAFC-E865-5CA2-4FDCA588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B30A8-E7EC-00DE-497D-71FA2C383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FE3A8-9899-9E09-3C74-266AA0A8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4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54B8-E702-47CE-B57F-8C701303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DB1DA-F7A3-DE64-4742-22E2AD5DB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5C867-452C-FA8E-2C34-CAA3D552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80AC2-3EDA-1DC0-56D4-39B7DDD2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7C73B-E347-0188-6839-677B0AE0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95E8D-DF85-04C7-5189-724F31852C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58F08-9179-5979-9BFD-EA0F11093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C52D6-3334-3F47-142D-80C762CAA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55B7E-388D-021A-F2FD-ECC0470A0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15401-BBE9-C09E-559D-D1CCDB23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12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D3CFA-2870-C188-750C-1D68D5016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30F3A-EA8B-A368-E3D7-1FA1B5371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CD79-30DC-A337-8D11-0A2FFB09C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56509-72F2-4C97-A365-10305358F59B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8BE5D-5710-BB34-516C-B0EA4E364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B2123-9114-5453-5576-45932D4EA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6ACEF-23AC-4E5F-988D-0EF25F0B6A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6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5B31-99BD-B54E-AED4-1F6ED2824F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Metadata </a:t>
            </a:r>
            <a:r>
              <a:rPr lang="en-US" dirty="0" err="1"/>
              <a:t>InPort</a:t>
            </a:r>
            <a:r>
              <a:rPr lang="en-US" dirty="0"/>
              <a:t>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8C16A-4278-80A4-551A-7F1D6C4E0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FC3B-AF02-01C1-2D8B-CA3FC48A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17648" cy="905891"/>
          </a:xfrm>
        </p:spPr>
        <p:txBody>
          <a:bodyPr>
            <a:normAutofit/>
          </a:bodyPr>
          <a:lstStyle/>
          <a:p>
            <a:r>
              <a:rPr lang="en-US" sz="3600" b="1" dirty="0"/>
              <a:t>Basic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5D5609-6669-83D6-C856-DC925FEAB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619835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051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Project Metadata InPort Workflow</vt:lpstr>
      <vt:lpstr>Basic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John.F.Kennedy</dc:creator>
  <cp:lastModifiedBy>John.F.Kennedy</cp:lastModifiedBy>
  <cp:revision>1</cp:revision>
  <dcterms:created xsi:type="dcterms:W3CDTF">2026-04-06T14:53:45Z</dcterms:created>
  <dcterms:modified xsi:type="dcterms:W3CDTF">2026-04-06T18:35:40Z</dcterms:modified>
</cp:coreProperties>
</file>